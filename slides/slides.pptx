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44584" y="438150"/>
            <a:ext cx="2290191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CLIENT 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44584" y="685800"/>
            <a:ext cx="22901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SUBTITLE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COURSE, MODULE OR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one sentence that is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answer, not the topic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A second line that says what the next minutes deliver,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in plain words.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07893"/>
            <a:ext cx="12192000" cy="850106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67475"/>
            <a:ext cx="6897719" cy="4310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Given Name Surname, Given Name Surname, Given Name Surname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36493"/>
            <a:ext cx="6954869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6919" y="6467475"/>
            <a:ext cx="1141380" cy="4310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Programme,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6919" y="6236493"/>
            <a:ext cx="1198530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8682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action title states the finding, so the slide can be read without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88782"/>
            <a:ext cx="10972800" cy="2199513"/>
          </a:xfrm>
          <a:prstGeom prst="roundRect">
            <a:avLst>
              <a:gd name="adj" fmla="val 433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22107"/>
            <a:ext cx="2618803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THE QUESTION THIS BLOCK ANSWERS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184082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FIRST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250757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184082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SECOND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2825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250757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184082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THIRD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250757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955482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184082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984182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THE 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0175" y="3498532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Accent colour marks a warning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050220"/>
            <a:ext cx="10972800" cy="1001934"/>
          </a:xfrm>
          <a:prstGeom prst="roundRect">
            <a:avLst>
              <a:gd name="adj" fmla="val 950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3983545"/>
            <a:ext cx="3135630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A SECOND QUESTION, ANSWERED IN BULLETS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17396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71575" y="4326445"/>
            <a:ext cx="3198495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One statement per bullet, roughly ten words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17396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43675" y="4326445"/>
            <a:ext cx="3243548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No trailing clauses that only restate the point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642104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71575" y="4651152"/>
            <a:ext cx="3126009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Every bullet carries an icon from the library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642104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43675" y="4651152"/>
            <a:ext cx="3414903" cy="21040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57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1A2430"/>
                </a:solidFill>
                <a:latin typeface="Arial"/>
              </a:rPr>
              <a:t>Keep the count even so the block stays square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214080"/>
            <a:ext cx="10972800" cy="504825"/>
          </a:xfrm>
          <a:prstGeom prst="roundRect">
            <a:avLst>
              <a:gd name="adj" fmla="val 1886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52400" rIns="228600" bIns="1524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The closing band repeats the one thing the audience should remember.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Comparisons belong in a table with a verdict column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98192"/>
            <a:ext cx="10972800" cy="2043684"/>
          </a:xfrm>
          <a:prstGeom prst="roundRect">
            <a:avLst>
              <a:gd name="adj" fmla="val 466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31517"/>
            <a:ext cx="392058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DO THE OPTIONS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564891"/>
            <a:ext cx="10496550" cy="247650"/>
          </a:xfrm>
          <a:prstGeom prst="roundRect">
            <a:avLst>
              <a:gd name="adj" fmla="val 15384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631566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631566"/>
            <a:ext cx="38775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032" y="2631566"/>
            <a:ext cx="3837717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631566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812541"/>
            <a:ext cx="10496550" cy="32756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3130581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864929"/>
            <a:ext cx="131445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First criterion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864929"/>
            <a:ext cx="387753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032" y="2864929"/>
            <a:ext cx="383771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864929"/>
            <a:ext cx="882110" cy="218027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3140106"/>
            <a:ext cx="10496550" cy="332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46290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3197256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Second criterion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3197256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032" y="3197256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3197256"/>
            <a:ext cx="875157" cy="218027"/>
          </a:xfrm>
          <a:prstGeom prst="roundRect">
            <a:avLst>
              <a:gd name="adj" fmla="val 5000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472434"/>
            <a:ext cx="10496550" cy="3323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795236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529584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Third criterion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529584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032" y="3529584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529584"/>
            <a:ext cx="882110" cy="218027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804761"/>
            <a:ext cx="10496550" cy="332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12756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861911"/>
            <a:ext cx="1314450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Fourth criterion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861911"/>
            <a:ext cx="3877532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032" y="3861911"/>
            <a:ext cx="3837717" cy="2275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861911"/>
            <a:ext cx="655320" cy="218027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Neither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494276"/>
            <a:ext cx="5410200" cy="61521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neutral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blue strip carries a qualification that supports the argument.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4494276"/>
            <a:ext cx="47625" cy="61521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4494276"/>
            <a:ext cx="5410200" cy="61521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warning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warm strip is reserved for a genuine caution, at most once per slide.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4494276"/>
            <a:ext cx="47625" cy="61521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47" name="Picture 46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Put the three numbers that decide it above the detail that proves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43696"/>
            <a:ext cx="10972800" cy="1381125"/>
          </a:xfrm>
          <a:prstGeom prst="roundRect">
            <a:avLst>
              <a:gd name="adj" fmla="val 689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77021"/>
            <a:ext cx="232124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DOES EACH OPTION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458021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Option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47875" y="2381821"/>
            <a:ext cx="8343900" cy="304800"/>
          </a:xfrm>
          <a:prstGeom prst="roundRect">
            <a:avLst>
              <a:gd name="adj" fmla="val 12500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47875" y="2381821"/>
            <a:ext cx="1168050" cy="304800"/>
          </a:xfrm>
          <a:prstGeom prst="roundRect">
            <a:avLst>
              <a:gd name="adj" fmla="val 12500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5925" y="2381821"/>
            <a:ext cx="2586513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2448496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2877121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Option two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47875" y="2800921"/>
            <a:ext cx="8343900" cy="304800"/>
          </a:xfrm>
          <a:prstGeom prst="roundRect">
            <a:avLst>
              <a:gd name="adj" fmla="val 12500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47875" y="2800921"/>
            <a:ext cx="2669952" cy="304800"/>
          </a:xfrm>
          <a:prstGeom prst="roundRect">
            <a:avLst>
              <a:gd name="adj" fmla="val 12500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7827" y="2800921"/>
            <a:ext cx="3337464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2867596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3220021"/>
            <a:ext cx="1049655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First component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239071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0730" y="3220021"/>
            <a:ext cx="122901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Second 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30730" y="3239071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1190" y="3220021"/>
            <a:ext cx="1521618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D6B79"/>
                </a:solidFill>
                <a:latin typeface="Arial"/>
              </a:rPr>
              <a:t> The threshold that matters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31190" y="3224784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960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57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5F1937"/>
                </a:solidFill>
                <a:latin typeface="Arial"/>
              </a:rPr>
              <a:t>EUR 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435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532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5F1937"/>
                </a:solidFill>
                <a:latin typeface="Arial"/>
              </a:rPr>
              <a:t>00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39100" y="3686746"/>
            <a:ext cx="3543300" cy="1577244"/>
          </a:xfrm>
          <a:prstGeom prst="roundRect">
            <a:avLst>
              <a:gd name="adj" fmla="val 7246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075" y="4305871"/>
            <a:ext cx="3181350" cy="43815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8C5F1B"/>
                </a:solidFill>
                <a:latin typeface="Arial"/>
              </a:rPr>
              <a:t>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4886896"/>
            <a:ext cx="3238500" cy="1865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D6B79"/>
                </a:solidFill>
                <a:latin typeface="Arial"/>
              </a:rPr>
              <a:t>The one in the accent colour is the one that decides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05166" y="2315146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805166" y="2315146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805166" y="2734246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805166" y="2734246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43" name="Picture 42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plan is phases with gates, not a list of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51229"/>
            <a:ext cx="10972800" cy="2162175"/>
          </a:xfrm>
          <a:prstGeom prst="roundRect">
            <a:avLst>
              <a:gd name="adj" fmla="val 440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84554"/>
            <a:ext cx="4841271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HAPPENS, AND WHAT HAS TO BE TRUE BEFORE THE NEXT PHASE?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698879"/>
            <a:ext cx="3282886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1813179"/>
            <a:ext cx="3016186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098929"/>
            <a:ext cx="3016186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2841879"/>
            <a:ext cx="3016186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2841879"/>
            <a:ext cx="30161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761" y="2465641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54461" y="1698879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7811" y="1813179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811" y="2098929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7811" y="2841879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87811" y="2841879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693" y="2465641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99393" y="1698879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32743" y="1813179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MONTHS 2 TO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2743" y="2098929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2743" y="2841879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38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5F1937"/>
                </a:solidFill>
                <a:latin typeface="Arial"/>
              </a:rPr>
              <a:t>Gate</a:t>
            </a:r>
            <a:r>
              <a:rPr sz="862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32743" y="2841879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9600" y="3765804"/>
            <a:ext cx="10972800" cy="2190750"/>
          </a:xfrm>
          <a:prstGeom prst="roundRect">
            <a:avLst>
              <a:gd name="adj" fmla="val 4347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625" y="3699129"/>
            <a:ext cx="286778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CHANGES UNDER EACH SCENARIO?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7250" y="4042029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75" y="4137279"/>
            <a:ext cx="200025" cy="2000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7300" y="4151566"/>
            <a:ext cx="828484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First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72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0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0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72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72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0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0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10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00550" y="4042029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0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75" y="4137279"/>
            <a:ext cx="200025" cy="2000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800600" y="4151566"/>
            <a:ext cx="1041844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Second driver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005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005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43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43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05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005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43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43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34325" y="4032504"/>
            <a:ext cx="3409950" cy="1724025"/>
          </a:xfrm>
          <a:prstGeom prst="roundRect">
            <a:avLst>
              <a:gd name="adj" fmla="val 552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3850" y="4042029"/>
            <a:ext cx="3390900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con0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675" y="4137279"/>
            <a:ext cx="200025" cy="200025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343900" y="4151566"/>
            <a:ext cx="1378172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FFFFFF"/>
                </a:solidFill>
                <a:latin typeface="Arial"/>
              </a:rPr>
              <a:t>The real constraint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43850" y="4432554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43850" y="4432554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7675" y="4527804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76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The accent column is the one that limits the others.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43850" y="5089779"/>
            <a:ext cx="33909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438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67675" y="5185029"/>
            <a:ext cx="32004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7675" y="5337429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07704" y="6553200"/>
            <a:ext cx="797661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27195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6286" y="6553200"/>
            <a:ext cx="2032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69" name="Picture 68" descr="icon0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3914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6814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The recommendation in one line,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in the words you want repeated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7061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it costs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it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480911"/>
            <a:ext cx="2590800" cy="868584"/>
          </a:xfrm>
          <a:prstGeom prst="roundRect">
            <a:avLst>
              <a:gd name="adj" fmla="val 131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62378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4033361"/>
            <a:ext cx="236220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The single decision you are asking for.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What will be measured, and when.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REVIEW ON A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597146"/>
            <a:ext cx="3505200" cy="54263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597146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965477"/>
            <a:ext cx="3505200" cy="4378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EBED"/>
                </a:solidFill>
                <a:latin typeface="Arial"/>
              </a:rPr>
              <a:t>The condition under which this answer changes.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740021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67475"/>
            <a:ext cx="109728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6747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53200"/>
            <a:ext cx="151237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Surname, Surname, Surname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07704" y="6553200"/>
            <a:ext cx="800080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Project or client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1484" y="6553200"/>
            <a:ext cx="9947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Programme,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60480" y="6553200"/>
            <a:ext cx="17907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B0A2A8"/>
                </a:solidFill>
                <a:latin typeface="Arial"/>
              </a:rPr>
              <a:t>06</a:t>
            </a:r>
          </a:p>
        </p:txBody>
      </p:sp>
      <p:pic>
        <p:nvPicPr>
          <p:cNvPr id="36" name="Picture 35" descr="icon0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>EDHEC project template</dc:creator>
  <cp:keywords/>
  <dc:description>generated using python-pptx</dc:description>
  <cp:lastModifiedBy>EDHEC project template</cp:lastModifiedBy>
  <cp:revision>1</cp:revision>
  <dcterms:created xsi:type="dcterms:W3CDTF">2013-01-27T09:14:16Z</dcterms:created>
  <dcterms:modified xsi:type="dcterms:W3CDTF">2013-01-27T09:15:58Z</dcterms:modified>
  <cp:category/>
</cp:coreProperties>
</file>